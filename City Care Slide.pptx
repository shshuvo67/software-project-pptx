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Calibri (MS) Bold" charset="1" panose="020F0702030404030204"/>
      <p:regular r:id="rId19"/>
    </p:embeddedFont>
    <p:embeddedFont>
      <p:font typeface="Canva Sans Bold" charset="1" panose="020B0803030501040103"/>
      <p:regular r:id="rId20"/>
    </p:embeddedFont>
    <p:embeddedFont>
      <p:font typeface="Roboto" charset="1" panose="02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92009" y="0"/>
            <a:ext cx="636691" cy="10287000"/>
            <a:chOff x="0" y="0"/>
            <a:chExt cx="848922" cy="13716000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424461" y="0"/>
              <a:ext cx="424461" cy="13716000"/>
              <a:chOff x="0" y="0"/>
              <a:chExt cx="83844" cy="2709333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83844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83844">
                    <a:moveTo>
                      <a:pt x="0" y="0"/>
                    </a:moveTo>
                    <a:lnTo>
                      <a:pt x="83844" y="0"/>
                    </a:lnTo>
                    <a:lnTo>
                      <a:pt x="83844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gradFill rotWithShape="true">
                <a:gsLst>
                  <a:gs pos="0">
                    <a:srgbClr val="0097B2">
                      <a:alpha val="100000"/>
                    </a:srgbClr>
                  </a:gs>
                  <a:gs pos="100000">
                    <a:srgbClr val="7ED957">
                      <a:alpha val="100000"/>
                    </a:srgbClr>
                  </a:gs>
                </a:gsLst>
                <a:lin ang="0"/>
              </a:gra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47625"/>
                <a:ext cx="83844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6" id="6"/>
            <p:cNvGrpSpPr/>
            <p:nvPr/>
          </p:nvGrpSpPr>
          <p:grpSpPr>
            <a:xfrm rot="0">
              <a:off x="212230" y="0"/>
              <a:ext cx="424461" cy="13716000"/>
              <a:chOff x="0" y="0"/>
              <a:chExt cx="83844" cy="2709333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83844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83844">
                    <a:moveTo>
                      <a:pt x="0" y="0"/>
                    </a:moveTo>
                    <a:lnTo>
                      <a:pt x="83844" y="0"/>
                    </a:lnTo>
                    <a:lnTo>
                      <a:pt x="83844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7ED957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47625"/>
                <a:ext cx="83844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grpSp>
          <p:nvGrpSpPr>
            <p:cNvPr name="Group 9" id="9"/>
            <p:cNvGrpSpPr/>
            <p:nvPr/>
          </p:nvGrpSpPr>
          <p:grpSpPr>
            <a:xfrm rot="0">
              <a:off x="0" y="0"/>
              <a:ext cx="424461" cy="13716000"/>
              <a:chOff x="0" y="0"/>
              <a:chExt cx="83844" cy="2709333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3844" cy="2709333"/>
              </a:xfrm>
              <a:custGeom>
                <a:avLst/>
                <a:gdLst/>
                <a:ahLst/>
                <a:cxnLst/>
                <a:rect r="r" b="b" t="t" l="l"/>
                <a:pathLst>
                  <a:path h="2709333" w="83844">
                    <a:moveTo>
                      <a:pt x="0" y="0"/>
                    </a:moveTo>
                    <a:lnTo>
                      <a:pt x="83844" y="0"/>
                    </a:lnTo>
                    <a:lnTo>
                      <a:pt x="83844" y="2709333"/>
                    </a:lnTo>
                    <a:lnTo>
                      <a:pt x="0" y="2709333"/>
                    </a:lnTo>
                    <a:close/>
                  </a:path>
                </a:pathLst>
              </a:custGeom>
              <a:solidFill>
                <a:srgbClr val="0D877A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47625"/>
                <a:ext cx="83844" cy="2756958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</p:grpSp>
      <p:sp>
        <p:nvSpPr>
          <p:cNvPr name="TextBox 12" id="12"/>
          <p:cNvSpPr txBox="true"/>
          <p:nvPr/>
        </p:nvSpPr>
        <p:spPr>
          <a:xfrm rot="0">
            <a:off x="1426909" y="1731959"/>
            <a:ext cx="15213552" cy="781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86"/>
              </a:lnSpc>
            </a:pPr>
            <a:r>
              <a:rPr lang="en-US" b="true" sz="52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Course Title  : Software  Engineering  Laboratory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294679" y="5147236"/>
            <a:ext cx="5664064" cy="4495752"/>
            <a:chOff x="0" y="0"/>
            <a:chExt cx="1491770" cy="11840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491770" cy="1184066"/>
            </a:xfrm>
            <a:custGeom>
              <a:avLst/>
              <a:gdLst/>
              <a:ahLst/>
              <a:cxnLst/>
              <a:rect r="r" b="b" t="t" l="l"/>
              <a:pathLst>
                <a:path h="1184066" w="1491770">
                  <a:moveTo>
                    <a:pt x="69709" y="0"/>
                  </a:moveTo>
                  <a:lnTo>
                    <a:pt x="1422061" y="0"/>
                  </a:lnTo>
                  <a:cubicBezTo>
                    <a:pt x="1440549" y="0"/>
                    <a:pt x="1458279" y="7344"/>
                    <a:pt x="1471353" y="20417"/>
                  </a:cubicBezTo>
                  <a:cubicBezTo>
                    <a:pt x="1484426" y="33490"/>
                    <a:pt x="1491770" y="51221"/>
                    <a:pt x="1491770" y="69709"/>
                  </a:cubicBezTo>
                  <a:lnTo>
                    <a:pt x="1491770" y="1114357"/>
                  </a:lnTo>
                  <a:cubicBezTo>
                    <a:pt x="1491770" y="1132845"/>
                    <a:pt x="1484426" y="1150576"/>
                    <a:pt x="1471353" y="1163649"/>
                  </a:cubicBezTo>
                  <a:cubicBezTo>
                    <a:pt x="1458279" y="1176722"/>
                    <a:pt x="1440549" y="1184066"/>
                    <a:pt x="1422061" y="1184066"/>
                  </a:cubicBezTo>
                  <a:lnTo>
                    <a:pt x="69709" y="1184066"/>
                  </a:lnTo>
                  <a:cubicBezTo>
                    <a:pt x="51221" y="1184066"/>
                    <a:pt x="33490" y="1176722"/>
                    <a:pt x="20417" y="1163649"/>
                  </a:cubicBezTo>
                  <a:cubicBezTo>
                    <a:pt x="7344" y="1150576"/>
                    <a:pt x="0" y="1132845"/>
                    <a:pt x="0" y="1114357"/>
                  </a:cubicBezTo>
                  <a:lnTo>
                    <a:pt x="0" y="69709"/>
                  </a:lnTo>
                  <a:cubicBezTo>
                    <a:pt x="0" y="51221"/>
                    <a:pt x="7344" y="33490"/>
                    <a:pt x="20417" y="20417"/>
                  </a:cubicBezTo>
                  <a:cubicBezTo>
                    <a:pt x="33490" y="7344"/>
                    <a:pt x="51221" y="0"/>
                    <a:pt x="69709" y="0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76200"/>
              <a:ext cx="1491770" cy="1260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463171" y="4191000"/>
            <a:ext cx="4983025" cy="1102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9"/>
              </a:lnSpc>
            </a:pPr>
            <a:r>
              <a:rPr lang="en-US" b="true" sz="573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Member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31251" y="6637613"/>
            <a:ext cx="4839903" cy="731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b="true" sz="38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Shourav Bachhar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778273" y="4191000"/>
            <a:ext cx="2584129" cy="1102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29"/>
              </a:lnSpc>
            </a:pPr>
            <a:r>
              <a:rPr lang="en-US" b="true" sz="5735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Advisor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463171" y="7198083"/>
            <a:ext cx="3976064" cy="646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5"/>
              </a:lnSpc>
            </a:pPr>
            <a:r>
              <a:rPr lang="en-US" b="true" sz="34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 - 20232061010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0258425" y="5245380"/>
            <a:ext cx="7209768" cy="4299463"/>
            <a:chOff x="0" y="0"/>
            <a:chExt cx="1898869" cy="113236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98869" cy="1132369"/>
            </a:xfrm>
            <a:custGeom>
              <a:avLst/>
              <a:gdLst/>
              <a:ahLst/>
              <a:cxnLst/>
              <a:rect r="r" b="b" t="t" l="l"/>
              <a:pathLst>
                <a:path h="1132369" w="1898869">
                  <a:moveTo>
                    <a:pt x="54764" y="0"/>
                  </a:moveTo>
                  <a:lnTo>
                    <a:pt x="1844105" y="0"/>
                  </a:lnTo>
                  <a:cubicBezTo>
                    <a:pt x="1874350" y="0"/>
                    <a:pt x="1898869" y="24519"/>
                    <a:pt x="1898869" y="54764"/>
                  </a:cubicBezTo>
                  <a:lnTo>
                    <a:pt x="1898869" y="1077605"/>
                  </a:lnTo>
                  <a:cubicBezTo>
                    <a:pt x="1898869" y="1107850"/>
                    <a:pt x="1874350" y="1132369"/>
                    <a:pt x="1844105" y="1132369"/>
                  </a:cubicBezTo>
                  <a:lnTo>
                    <a:pt x="54764" y="1132369"/>
                  </a:lnTo>
                  <a:cubicBezTo>
                    <a:pt x="24519" y="1132369"/>
                    <a:pt x="0" y="1107850"/>
                    <a:pt x="0" y="1077605"/>
                  </a:cubicBezTo>
                  <a:lnTo>
                    <a:pt x="0" y="54764"/>
                  </a:lnTo>
                  <a:cubicBezTo>
                    <a:pt x="0" y="24519"/>
                    <a:pt x="24519" y="0"/>
                    <a:pt x="54764" y="0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898869" cy="12085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1067138" y="5388381"/>
            <a:ext cx="3924764" cy="738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74"/>
              </a:lnSpc>
            </a:pPr>
            <a:r>
              <a:rPr lang="en-US" b="true" sz="39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Zahrul Jannat Peya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067138" y="5984374"/>
            <a:ext cx="3517916" cy="6652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09"/>
              </a:lnSpc>
            </a:pPr>
            <a:r>
              <a:rPr lang="en-US" b="true" sz="343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Assistant Professor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067138" y="7519385"/>
            <a:ext cx="4808384" cy="1041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3"/>
              </a:lnSpc>
            </a:pPr>
            <a:r>
              <a:rPr lang="en-US" sz="331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North Western University ,</a:t>
            </a:r>
          </a:p>
          <a:p>
            <a:pPr algn="l">
              <a:lnSpc>
                <a:spcPts val="3873"/>
              </a:lnSpc>
            </a:pPr>
            <a:r>
              <a:rPr lang="en-US" sz="3310" b="tru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Khulna</a:t>
            </a:r>
          </a:p>
        </p:txBody>
      </p:sp>
      <p:sp>
        <p:nvSpPr>
          <p:cNvPr name="AutoShape 26" id="26"/>
          <p:cNvSpPr/>
          <p:nvPr/>
        </p:nvSpPr>
        <p:spPr>
          <a:xfrm>
            <a:off x="9201150" y="5790902"/>
            <a:ext cx="0" cy="2769689"/>
          </a:xfrm>
          <a:prstGeom prst="line">
            <a:avLst/>
          </a:prstGeom>
          <a:ln cap="flat" w="1143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2437802" y="7994687"/>
            <a:ext cx="4839903" cy="705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5"/>
              </a:lnSpc>
            </a:pPr>
            <a:r>
              <a:rPr lang="en-US" b="true" sz="37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Shamsul Haque Shuvo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649421" y="8545851"/>
            <a:ext cx="3552824" cy="646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5"/>
              </a:lnSpc>
            </a:pPr>
            <a:r>
              <a:rPr lang="en-US" b="true" sz="34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 - 20232063010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451203" y="638471"/>
            <a:ext cx="9385073" cy="83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7"/>
              </a:lnSpc>
            </a:pPr>
            <a:r>
              <a:rPr lang="en-US" b="true" sz="55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Course code : ( CSE - 3104  )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13772" y="2761454"/>
            <a:ext cx="8015748" cy="838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7"/>
              </a:lnSpc>
            </a:pPr>
            <a:r>
              <a:rPr lang="en-US" b="true" sz="554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Project Title  :  City Care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67138" y="7067724"/>
            <a:ext cx="3517916" cy="443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686"/>
              </a:lnSpc>
            </a:pPr>
            <a:r>
              <a:rPr lang="en-US" b="true" sz="34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Dep</a:t>
            </a:r>
            <a:r>
              <a:rPr lang="en-US" b="true" sz="3400" strike="noStrike" u="non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</a:t>
            </a:r>
            <a:r>
              <a:rPr lang="en-US" b="true" sz="3400" strike="noStrike" u="non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rtment</a:t>
            </a:r>
            <a:r>
              <a:rPr lang="en-US" b="true" sz="3400" strike="noStrike" u="non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</a:t>
            </a:r>
            <a:r>
              <a:rPr lang="en-US" b="true" sz="3400" strike="noStrike" u="none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of CSE,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463171" y="5285148"/>
            <a:ext cx="4839903" cy="731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34"/>
              </a:lnSpc>
            </a:pPr>
            <a:r>
              <a:rPr lang="en-US" b="true" sz="38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Sheikh Naim Hossain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437802" y="5846440"/>
            <a:ext cx="3976064" cy="646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75"/>
              </a:lnSpc>
            </a:pPr>
            <a:r>
              <a:rPr lang="en-US" b="true" sz="341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 - 20232043010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515074" y="-39068"/>
            <a:ext cx="401538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097B2">
                <a:alpha val="100000"/>
              </a:srgbClr>
            </a:gs>
            <a:gs pos="100000">
              <a:srgbClr val="7ED957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973924" y="9661416"/>
            <a:ext cx="7105264" cy="19050"/>
          </a:xfrm>
          <a:prstGeom prst="line">
            <a:avLst/>
          </a:prstGeom>
          <a:ln cap="flat" w="1143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28700" y="1841867"/>
            <a:ext cx="10537593" cy="7035691"/>
            <a:chOff x="0" y="0"/>
            <a:chExt cx="2775333" cy="185302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75333" cy="1853022"/>
            </a:xfrm>
            <a:custGeom>
              <a:avLst/>
              <a:gdLst/>
              <a:ahLst/>
              <a:cxnLst/>
              <a:rect r="r" b="b" t="t" l="l"/>
              <a:pathLst>
                <a:path h="1853022" w="2775333">
                  <a:moveTo>
                    <a:pt x="37469" y="0"/>
                  </a:moveTo>
                  <a:lnTo>
                    <a:pt x="2737864" y="0"/>
                  </a:lnTo>
                  <a:cubicBezTo>
                    <a:pt x="2747801" y="0"/>
                    <a:pt x="2757332" y="3948"/>
                    <a:pt x="2764359" y="10975"/>
                  </a:cubicBezTo>
                  <a:cubicBezTo>
                    <a:pt x="2771385" y="18001"/>
                    <a:pt x="2775333" y="27532"/>
                    <a:pt x="2775333" y="37469"/>
                  </a:cubicBezTo>
                  <a:lnTo>
                    <a:pt x="2775333" y="1815552"/>
                  </a:lnTo>
                  <a:cubicBezTo>
                    <a:pt x="2775333" y="1836246"/>
                    <a:pt x="2758557" y="1853022"/>
                    <a:pt x="2737864" y="1853022"/>
                  </a:cubicBezTo>
                  <a:lnTo>
                    <a:pt x="37469" y="1853022"/>
                  </a:lnTo>
                  <a:cubicBezTo>
                    <a:pt x="16776" y="1853022"/>
                    <a:pt x="0" y="1836246"/>
                    <a:pt x="0" y="1815552"/>
                  </a:cubicBezTo>
                  <a:lnTo>
                    <a:pt x="0" y="37469"/>
                  </a:lnTo>
                  <a:cubicBezTo>
                    <a:pt x="0" y="16776"/>
                    <a:pt x="16776" y="0"/>
                    <a:pt x="37469" y="0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104775"/>
              <a:ext cx="2775333" cy="1957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392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941472" y="3952814"/>
            <a:ext cx="5867875" cy="2020881"/>
            <a:chOff x="0" y="0"/>
            <a:chExt cx="1461262" cy="50325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61262" cy="503255"/>
            </a:xfrm>
            <a:custGeom>
              <a:avLst/>
              <a:gdLst/>
              <a:ahLst/>
              <a:cxnLst/>
              <a:rect r="r" b="b" t="t" l="l"/>
              <a:pathLst>
                <a:path h="503255" w="1461262">
                  <a:moveTo>
                    <a:pt x="0" y="0"/>
                  </a:moveTo>
                  <a:lnTo>
                    <a:pt x="1461262" y="0"/>
                  </a:lnTo>
                  <a:lnTo>
                    <a:pt x="1461262" y="503255"/>
                  </a:lnTo>
                  <a:lnTo>
                    <a:pt x="0" y="503255"/>
                  </a:lnTo>
                  <a:close/>
                </a:path>
              </a:pathLst>
            </a:custGeom>
            <a:blipFill>
              <a:blip r:embed="rId2"/>
              <a:stretch>
                <a:fillRect l="0" t="-4442" r="0" b="-444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5208659" y="79402"/>
            <a:ext cx="7870683" cy="14477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b="true" sz="7500">
                <a:solidFill>
                  <a:srgbClr val="E7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586605" y="3461642"/>
            <a:ext cx="952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484471" y="2395929"/>
            <a:ext cx="9461762" cy="5514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6"/>
              </a:lnSpc>
            </a:pPr>
            <a:r>
              <a:rPr lang="en-US" sz="348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City Care Software is an a</a:t>
            </a:r>
            <a:r>
              <a:rPr lang="en-US" sz="348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dvanced hospital management system designed to simplify and digitalize daily healthcare operations. It provides an all-in-one platform that connects patients, doctors, and administrators through a user-friendly interface. The system enables efficient appointment booking, patient record management, doctor scheduling, billing, and report generation all in real time.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7503540" y="-39068"/>
            <a:ext cx="424607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8EC6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757994" y="6260741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760696" y="531498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880523" y="2773924"/>
            <a:ext cx="3527429" cy="1444225"/>
            <a:chOff x="0" y="0"/>
            <a:chExt cx="725809" cy="2971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25809" cy="297166"/>
            </a:xfrm>
            <a:custGeom>
              <a:avLst/>
              <a:gdLst/>
              <a:ahLst/>
              <a:cxnLst/>
              <a:rect r="r" b="b" t="t" l="l"/>
              <a:pathLst>
                <a:path h="297166" w="725809">
                  <a:moveTo>
                    <a:pt x="42867" y="0"/>
                  </a:moveTo>
                  <a:lnTo>
                    <a:pt x="682942" y="0"/>
                  </a:lnTo>
                  <a:cubicBezTo>
                    <a:pt x="706616" y="0"/>
                    <a:pt x="725809" y="19192"/>
                    <a:pt x="725809" y="42867"/>
                  </a:cubicBezTo>
                  <a:lnTo>
                    <a:pt x="725809" y="254299"/>
                  </a:lnTo>
                  <a:cubicBezTo>
                    <a:pt x="725809" y="265668"/>
                    <a:pt x="721292" y="276571"/>
                    <a:pt x="713253" y="284610"/>
                  </a:cubicBezTo>
                  <a:cubicBezTo>
                    <a:pt x="705214" y="292649"/>
                    <a:pt x="694311" y="297166"/>
                    <a:pt x="682942" y="297166"/>
                  </a:cubicBezTo>
                  <a:lnTo>
                    <a:pt x="42867" y="297166"/>
                  </a:lnTo>
                  <a:cubicBezTo>
                    <a:pt x="31498" y="297166"/>
                    <a:pt x="20594" y="292649"/>
                    <a:pt x="12555" y="284610"/>
                  </a:cubicBezTo>
                  <a:cubicBezTo>
                    <a:pt x="4516" y="276571"/>
                    <a:pt x="0" y="265668"/>
                    <a:pt x="0" y="254299"/>
                  </a:cubicBezTo>
                  <a:lnTo>
                    <a:pt x="0" y="42867"/>
                  </a:lnTo>
                  <a:cubicBezTo>
                    <a:pt x="0" y="31498"/>
                    <a:pt x="4516" y="20594"/>
                    <a:pt x="12555" y="12555"/>
                  </a:cubicBezTo>
                  <a:cubicBezTo>
                    <a:pt x="20594" y="4516"/>
                    <a:pt x="31498" y="0"/>
                    <a:pt x="42867" y="0"/>
                  </a:cubicBezTo>
                  <a:close/>
                </a:path>
              </a:pathLst>
            </a:custGeom>
            <a:solidFill>
              <a:srgbClr val="035DB6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725809" cy="344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87316" y="409575"/>
            <a:ext cx="13490911" cy="1362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40"/>
              </a:lnSpc>
            </a:pPr>
            <a:r>
              <a:rPr lang="en-US" b="true" sz="71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CONCEPTS IN CITY CARE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5845637" y="2773924"/>
            <a:ext cx="3527429" cy="1444225"/>
            <a:chOff x="0" y="0"/>
            <a:chExt cx="725809" cy="2971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25809" cy="297166"/>
            </a:xfrm>
            <a:custGeom>
              <a:avLst/>
              <a:gdLst/>
              <a:ahLst/>
              <a:cxnLst/>
              <a:rect r="r" b="b" t="t" l="l"/>
              <a:pathLst>
                <a:path h="297166" w="725809">
                  <a:moveTo>
                    <a:pt x="42867" y="0"/>
                  </a:moveTo>
                  <a:lnTo>
                    <a:pt x="682942" y="0"/>
                  </a:lnTo>
                  <a:cubicBezTo>
                    <a:pt x="706616" y="0"/>
                    <a:pt x="725809" y="19192"/>
                    <a:pt x="725809" y="42867"/>
                  </a:cubicBezTo>
                  <a:lnTo>
                    <a:pt x="725809" y="254299"/>
                  </a:lnTo>
                  <a:cubicBezTo>
                    <a:pt x="725809" y="265668"/>
                    <a:pt x="721292" y="276571"/>
                    <a:pt x="713253" y="284610"/>
                  </a:cubicBezTo>
                  <a:cubicBezTo>
                    <a:pt x="705214" y="292649"/>
                    <a:pt x="694311" y="297166"/>
                    <a:pt x="682942" y="297166"/>
                  </a:cubicBezTo>
                  <a:lnTo>
                    <a:pt x="42867" y="297166"/>
                  </a:lnTo>
                  <a:cubicBezTo>
                    <a:pt x="31498" y="297166"/>
                    <a:pt x="20594" y="292649"/>
                    <a:pt x="12555" y="284610"/>
                  </a:cubicBezTo>
                  <a:cubicBezTo>
                    <a:pt x="4516" y="276571"/>
                    <a:pt x="0" y="265668"/>
                    <a:pt x="0" y="254299"/>
                  </a:cubicBezTo>
                  <a:lnTo>
                    <a:pt x="0" y="42867"/>
                  </a:lnTo>
                  <a:cubicBezTo>
                    <a:pt x="0" y="31498"/>
                    <a:pt x="4516" y="20594"/>
                    <a:pt x="12555" y="12555"/>
                  </a:cubicBezTo>
                  <a:cubicBezTo>
                    <a:pt x="20594" y="4516"/>
                    <a:pt x="31498" y="0"/>
                    <a:pt x="42867" y="0"/>
                  </a:cubicBezTo>
                  <a:close/>
                </a:path>
              </a:pathLst>
            </a:custGeom>
            <a:solidFill>
              <a:srgbClr val="035DB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725809" cy="344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11216" y="2773924"/>
            <a:ext cx="3527429" cy="1444225"/>
            <a:chOff x="0" y="0"/>
            <a:chExt cx="725809" cy="2971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5809" cy="297166"/>
            </a:xfrm>
            <a:custGeom>
              <a:avLst/>
              <a:gdLst/>
              <a:ahLst/>
              <a:cxnLst/>
              <a:rect r="r" b="b" t="t" l="l"/>
              <a:pathLst>
                <a:path h="297166" w="725809">
                  <a:moveTo>
                    <a:pt x="42867" y="0"/>
                  </a:moveTo>
                  <a:lnTo>
                    <a:pt x="682942" y="0"/>
                  </a:lnTo>
                  <a:cubicBezTo>
                    <a:pt x="706616" y="0"/>
                    <a:pt x="725809" y="19192"/>
                    <a:pt x="725809" y="42867"/>
                  </a:cubicBezTo>
                  <a:lnTo>
                    <a:pt x="725809" y="254299"/>
                  </a:lnTo>
                  <a:cubicBezTo>
                    <a:pt x="725809" y="265668"/>
                    <a:pt x="721292" y="276571"/>
                    <a:pt x="713253" y="284610"/>
                  </a:cubicBezTo>
                  <a:cubicBezTo>
                    <a:pt x="705214" y="292649"/>
                    <a:pt x="694311" y="297166"/>
                    <a:pt x="682942" y="297166"/>
                  </a:cubicBezTo>
                  <a:lnTo>
                    <a:pt x="42867" y="297166"/>
                  </a:lnTo>
                  <a:cubicBezTo>
                    <a:pt x="31498" y="297166"/>
                    <a:pt x="20594" y="292649"/>
                    <a:pt x="12555" y="284610"/>
                  </a:cubicBezTo>
                  <a:cubicBezTo>
                    <a:pt x="4516" y="276571"/>
                    <a:pt x="0" y="265668"/>
                    <a:pt x="0" y="254299"/>
                  </a:cubicBezTo>
                  <a:lnTo>
                    <a:pt x="0" y="42867"/>
                  </a:lnTo>
                  <a:cubicBezTo>
                    <a:pt x="0" y="31498"/>
                    <a:pt x="4516" y="20594"/>
                    <a:pt x="12555" y="12555"/>
                  </a:cubicBezTo>
                  <a:cubicBezTo>
                    <a:pt x="20594" y="4516"/>
                    <a:pt x="31498" y="0"/>
                    <a:pt x="42867" y="0"/>
                  </a:cubicBezTo>
                  <a:close/>
                </a:path>
              </a:pathLst>
            </a:custGeom>
            <a:solidFill>
              <a:srgbClr val="035DB6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725809" cy="344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731871" y="2773924"/>
            <a:ext cx="3527429" cy="1444225"/>
            <a:chOff x="0" y="0"/>
            <a:chExt cx="725809" cy="2971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25809" cy="297166"/>
            </a:xfrm>
            <a:custGeom>
              <a:avLst/>
              <a:gdLst/>
              <a:ahLst/>
              <a:cxnLst/>
              <a:rect r="r" b="b" t="t" l="l"/>
              <a:pathLst>
                <a:path h="297166" w="725809">
                  <a:moveTo>
                    <a:pt x="42867" y="0"/>
                  </a:moveTo>
                  <a:lnTo>
                    <a:pt x="682942" y="0"/>
                  </a:lnTo>
                  <a:cubicBezTo>
                    <a:pt x="706616" y="0"/>
                    <a:pt x="725809" y="19192"/>
                    <a:pt x="725809" y="42867"/>
                  </a:cubicBezTo>
                  <a:lnTo>
                    <a:pt x="725809" y="254299"/>
                  </a:lnTo>
                  <a:cubicBezTo>
                    <a:pt x="725809" y="265668"/>
                    <a:pt x="721292" y="276571"/>
                    <a:pt x="713253" y="284610"/>
                  </a:cubicBezTo>
                  <a:cubicBezTo>
                    <a:pt x="705214" y="292649"/>
                    <a:pt x="694311" y="297166"/>
                    <a:pt x="682942" y="297166"/>
                  </a:cubicBezTo>
                  <a:lnTo>
                    <a:pt x="42867" y="297166"/>
                  </a:lnTo>
                  <a:cubicBezTo>
                    <a:pt x="31498" y="297166"/>
                    <a:pt x="20594" y="292649"/>
                    <a:pt x="12555" y="284610"/>
                  </a:cubicBezTo>
                  <a:cubicBezTo>
                    <a:pt x="4516" y="276571"/>
                    <a:pt x="0" y="265668"/>
                    <a:pt x="0" y="254299"/>
                  </a:cubicBezTo>
                  <a:lnTo>
                    <a:pt x="0" y="42867"/>
                  </a:lnTo>
                  <a:cubicBezTo>
                    <a:pt x="0" y="31498"/>
                    <a:pt x="4516" y="20594"/>
                    <a:pt x="12555" y="12555"/>
                  </a:cubicBezTo>
                  <a:cubicBezTo>
                    <a:pt x="20594" y="4516"/>
                    <a:pt x="31498" y="0"/>
                    <a:pt x="42867" y="0"/>
                  </a:cubicBezTo>
                  <a:close/>
                </a:path>
              </a:pathLst>
            </a:custGeom>
            <a:solidFill>
              <a:srgbClr val="035DB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725809" cy="344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913280" y="5413824"/>
            <a:ext cx="3527429" cy="1444225"/>
            <a:chOff x="0" y="0"/>
            <a:chExt cx="725809" cy="29716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5809" cy="297166"/>
            </a:xfrm>
            <a:custGeom>
              <a:avLst/>
              <a:gdLst/>
              <a:ahLst/>
              <a:cxnLst/>
              <a:rect r="r" b="b" t="t" l="l"/>
              <a:pathLst>
                <a:path h="297166" w="725809">
                  <a:moveTo>
                    <a:pt x="42867" y="0"/>
                  </a:moveTo>
                  <a:lnTo>
                    <a:pt x="682942" y="0"/>
                  </a:lnTo>
                  <a:cubicBezTo>
                    <a:pt x="706616" y="0"/>
                    <a:pt x="725809" y="19192"/>
                    <a:pt x="725809" y="42867"/>
                  </a:cubicBezTo>
                  <a:lnTo>
                    <a:pt x="725809" y="254299"/>
                  </a:lnTo>
                  <a:cubicBezTo>
                    <a:pt x="725809" y="265668"/>
                    <a:pt x="721292" y="276571"/>
                    <a:pt x="713253" y="284610"/>
                  </a:cubicBezTo>
                  <a:cubicBezTo>
                    <a:pt x="705214" y="292649"/>
                    <a:pt x="694311" y="297166"/>
                    <a:pt x="682942" y="297166"/>
                  </a:cubicBezTo>
                  <a:lnTo>
                    <a:pt x="42867" y="297166"/>
                  </a:lnTo>
                  <a:cubicBezTo>
                    <a:pt x="31498" y="297166"/>
                    <a:pt x="20594" y="292649"/>
                    <a:pt x="12555" y="284610"/>
                  </a:cubicBezTo>
                  <a:cubicBezTo>
                    <a:pt x="4516" y="276571"/>
                    <a:pt x="0" y="265668"/>
                    <a:pt x="0" y="254299"/>
                  </a:cubicBezTo>
                  <a:lnTo>
                    <a:pt x="0" y="42867"/>
                  </a:lnTo>
                  <a:cubicBezTo>
                    <a:pt x="0" y="31498"/>
                    <a:pt x="4516" y="20594"/>
                    <a:pt x="12555" y="12555"/>
                  </a:cubicBezTo>
                  <a:cubicBezTo>
                    <a:pt x="20594" y="4516"/>
                    <a:pt x="31498" y="0"/>
                    <a:pt x="42867" y="0"/>
                  </a:cubicBezTo>
                  <a:close/>
                </a:path>
              </a:pathLst>
            </a:custGeom>
            <a:solidFill>
              <a:srgbClr val="035DB6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25809" cy="344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850286" y="5413824"/>
            <a:ext cx="3527429" cy="1444225"/>
            <a:chOff x="0" y="0"/>
            <a:chExt cx="725809" cy="29716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25809" cy="297166"/>
            </a:xfrm>
            <a:custGeom>
              <a:avLst/>
              <a:gdLst/>
              <a:ahLst/>
              <a:cxnLst/>
              <a:rect r="r" b="b" t="t" l="l"/>
              <a:pathLst>
                <a:path h="297166" w="725809">
                  <a:moveTo>
                    <a:pt x="42867" y="0"/>
                  </a:moveTo>
                  <a:lnTo>
                    <a:pt x="682942" y="0"/>
                  </a:lnTo>
                  <a:cubicBezTo>
                    <a:pt x="706616" y="0"/>
                    <a:pt x="725809" y="19192"/>
                    <a:pt x="725809" y="42867"/>
                  </a:cubicBezTo>
                  <a:lnTo>
                    <a:pt x="725809" y="254299"/>
                  </a:lnTo>
                  <a:cubicBezTo>
                    <a:pt x="725809" y="265668"/>
                    <a:pt x="721292" y="276571"/>
                    <a:pt x="713253" y="284610"/>
                  </a:cubicBezTo>
                  <a:cubicBezTo>
                    <a:pt x="705214" y="292649"/>
                    <a:pt x="694311" y="297166"/>
                    <a:pt x="682942" y="297166"/>
                  </a:cubicBezTo>
                  <a:lnTo>
                    <a:pt x="42867" y="297166"/>
                  </a:lnTo>
                  <a:cubicBezTo>
                    <a:pt x="31498" y="297166"/>
                    <a:pt x="20594" y="292649"/>
                    <a:pt x="12555" y="284610"/>
                  </a:cubicBezTo>
                  <a:cubicBezTo>
                    <a:pt x="4516" y="276571"/>
                    <a:pt x="0" y="265668"/>
                    <a:pt x="0" y="254299"/>
                  </a:cubicBezTo>
                  <a:lnTo>
                    <a:pt x="0" y="42867"/>
                  </a:lnTo>
                  <a:cubicBezTo>
                    <a:pt x="0" y="31498"/>
                    <a:pt x="4516" y="20594"/>
                    <a:pt x="12555" y="12555"/>
                  </a:cubicBezTo>
                  <a:cubicBezTo>
                    <a:pt x="20594" y="4516"/>
                    <a:pt x="31498" y="0"/>
                    <a:pt x="42867" y="0"/>
                  </a:cubicBezTo>
                  <a:close/>
                </a:path>
              </a:pathLst>
            </a:custGeom>
            <a:solidFill>
              <a:srgbClr val="035DB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25809" cy="344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787291" y="5413824"/>
            <a:ext cx="3527429" cy="1444225"/>
            <a:chOff x="0" y="0"/>
            <a:chExt cx="725809" cy="2971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5809" cy="297166"/>
            </a:xfrm>
            <a:custGeom>
              <a:avLst/>
              <a:gdLst/>
              <a:ahLst/>
              <a:cxnLst/>
              <a:rect r="r" b="b" t="t" l="l"/>
              <a:pathLst>
                <a:path h="297166" w="725809">
                  <a:moveTo>
                    <a:pt x="42867" y="0"/>
                  </a:moveTo>
                  <a:lnTo>
                    <a:pt x="682942" y="0"/>
                  </a:lnTo>
                  <a:cubicBezTo>
                    <a:pt x="706616" y="0"/>
                    <a:pt x="725809" y="19192"/>
                    <a:pt x="725809" y="42867"/>
                  </a:cubicBezTo>
                  <a:lnTo>
                    <a:pt x="725809" y="254299"/>
                  </a:lnTo>
                  <a:cubicBezTo>
                    <a:pt x="725809" y="265668"/>
                    <a:pt x="721292" y="276571"/>
                    <a:pt x="713253" y="284610"/>
                  </a:cubicBezTo>
                  <a:cubicBezTo>
                    <a:pt x="705214" y="292649"/>
                    <a:pt x="694311" y="297166"/>
                    <a:pt x="682942" y="297166"/>
                  </a:cubicBezTo>
                  <a:lnTo>
                    <a:pt x="42867" y="297166"/>
                  </a:lnTo>
                  <a:cubicBezTo>
                    <a:pt x="31498" y="297166"/>
                    <a:pt x="20594" y="292649"/>
                    <a:pt x="12555" y="284610"/>
                  </a:cubicBezTo>
                  <a:cubicBezTo>
                    <a:pt x="4516" y="276571"/>
                    <a:pt x="0" y="265668"/>
                    <a:pt x="0" y="254299"/>
                  </a:cubicBezTo>
                  <a:lnTo>
                    <a:pt x="0" y="42867"/>
                  </a:lnTo>
                  <a:cubicBezTo>
                    <a:pt x="0" y="31498"/>
                    <a:pt x="4516" y="20594"/>
                    <a:pt x="12555" y="12555"/>
                  </a:cubicBezTo>
                  <a:cubicBezTo>
                    <a:pt x="20594" y="4516"/>
                    <a:pt x="31498" y="0"/>
                    <a:pt x="42867" y="0"/>
                  </a:cubicBezTo>
                  <a:close/>
                </a:path>
              </a:pathLst>
            </a:custGeom>
            <a:solidFill>
              <a:srgbClr val="035DB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725809" cy="3447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2072698" y="3188987"/>
            <a:ext cx="2911196" cy="61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7"/>
              </a:lnSpc>
            </a:pPr>
            <a:r>
              <a:rPr lang="en-US" sz="359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95407" y="5828887"/>
            <a:ext cx="2911196" cy="61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7"/>
              </a:lnSpc>
            </a:pPr>
            <a:r>
              <a:rPr lang="en-US" sz="359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Payment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22118" y="3155967"/>
            <a:ext cx="2911196" cy="61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7"/>
              </a:lnSpc>
            </a:pPr>
            <a:r>
              <a:rPr lang="en-US" sz="359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About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074703" y="3155967"/>
            <a:ext cx="2911196" cy="61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7"/>
              </a:lnSpc>
            </a:pPr>
            <a:r>
              <a:rPr lang="en-US" b="true" sz="3597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Home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891095" y="3155967"/>
            <a:ext cx="2911196" cy="61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7"/>
              </a:lnSpc>
            </a:pPr>
            <a:r>
              <a:rPr lang="en-US" sz="359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Blog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158402" y="5795867"/>
            <a:ext cx="2911196" cy="61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7"/>
              </a:lnSpc>
            </a:pPr>
            <a:r>
              <a:rPr lang="en-US" sz="359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Appoinment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068998" y="5828887"/>
            <a:ext cx="3215994" cy="6134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37"/>
              </a:lnSpc>
            </a:pPr>
            <a:r>
              <a:rPr lang="en-US" sz="3597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Doctors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7490740" y="-39068"/>
            <a:ext cx="450205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645260" y="6062523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642559" y="894651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512697" y="2423783"/>
            <a:ext cx="7453950" cy="5885425"/>
            <a:chOff x="0" y="0"/>
            <a:chExt cx="1223536" cy="96606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23536" cy="966069"/>
            </a:xfrm>
            <a:custGeom>
              <a:avLst/>
              <a:gdLst/>
              <a:ahLst/>
              <a:cxnLst/>
              <a:rect r="r" b="b" t="t" l="l"/>
              <a:pathLst>
                <a:path h="966069" w="1223536">
                  <a:moveTo>
                    <a:pt x="23889" y="0"/>
                  </a:moveTo>
                  <a:lnTo>
                    <a:pt x="1199648" y="0"/>
                  </a:lnTo>
                  <a:cubicBezTo>
                    <a:pt x="1212841" y="0"/>
                    <a:pt x="1223536" y="10695"/>
                    <a:pt x="1223536" y="23889"/>
                  </a:cubicBezTo>
                  <a:lnTo>
                    <a:pt x="1223536" y="942181"/>
                  </a:lnTo>
                  <a:cubicBezTo>
                    <a:pt x="1223536" y="948516"/>
                    <a:pt x="1221020" y="954593"/>
                    <a:pt x="1216540" y="959073"/>
                  </a:cubicBezTo>
                  <a:cubicBezTo>
                    <a:pt x="1212060" y="963553"/>
                    <a:pt x="1205984" y="966069"/>
                    <a:pt x="1199648" y="966069"/>
                  </a:cubicBezTo>
                  <a:lnTo>
                    <a:pt x="23889" y="966069"/>
                  </a:lnTo>
                  <a:cubicBezTo>
                    <a:pt x="10695" y="966069"/>
                    <a:pt x="0" y="955374"/>
                    <a:pt x="0" y="942181"/>
                  </a:cubicBezTo>
                  <a:lnTo>
                    <a:pt x="0" y="23889"/>
                  </a:lnTo>
                  <a:cubicBezTo>
                    <a:pt x="0" y="17553"/>
                    <a:pt x="2517" y="11477"/>
                    <a:pt x="6997" y="6997"/>
                  </a:cubicBezTo>
                  <a:cubicBezTo>
                    <a:pt x="11477" y="2517"/>
                    <a:pt x="17553" y="0"/>
                    <a:pt x="23889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462" r="0" b="-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03493" y="2993662"/>
            <a:ext cx="7928358" cy="4299675"/>
            <a:chOff x="0" y="0"/>
            <a:chExt cx="1778460" cy="96448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78460" cy="964487"/>
            </a:xfrm>
            <a:custGeom>
              <a:avLst/>
              <a:gdLst/>
              <a:ahLst/>
              <a:cxnLst/>
              <a:rect r="r" b="b" t="t" l="l"/>
              <a:pathLst>
                <a:path h="964487" w="1778460">
                  <a:moveTo>
                    <a:pt x="22459" y="0"/>
                  </a:moveTo>
                  <a:lnTo>
                    <a:pt x="1756001" y="0"/>
                  </a:lnTo>
                  <a:cubicBezTo>
                    <a:pt x="1768405" y="0"/>
                    <a:pt x="1778460" y="10055"/>
                    <a:pt x="1778460" y="22459"/>
                  </a:cubicBezTo>
                  <a:lnTo>
                    <a:pt x="1778460" y="942028"/>
                  </a:lnTo>
                  <a:cubicBezTo>
                    <a:pt x="1778460" y="947985"/>
                    <a:pt x="1776094" y="953697"/>
                    <a:pt x="1771882" y="957909"/>
                  </a:cubicBezTo>
                  <a:cubicBezTo>
                    <a:pt x="1767670" y="962121"/>
                    <a:pt x="1761958" y="964487"/>
                    <a:pt x="1756001" y="964487"/>
                  </a:cubicBezTo>
                  <a:lnTo>
                    <a:pt x="22459" y="964487"/>
                  </a:lnTo>
                  <a:cubicBezTo>
                    <a:pt x="16503" y="964487"/>
                    <a:pt x="10790" y="962121"/>
                    <a:pt x="6578" y="957909"/>
                  </a:cubicBezTo>
                  <a:cubicBezTo>
                    <a:pt x="2366" y="953697"/>
                    <a:pt x="0" y="947985"/>
                    <a:pt x="0" y="942028"/>
                  </a:cubicBezTo>
                  <a:lnTo>
                    <a:pt x="0" y="22459"/>
                  </a:lnTo>
                  <a:cubicBezTo>
                    <a:pt x="0" y="16503"/>
                    <a:pt x="2366" y="10790"/>
                    <a:pt x="6578" y="6578"/>
                  </a:cubicBezTo>
                  <a:cubicBezTo>
                    <a:pt x="10790" y="2366"/>
                    <a:pt x="16503" y="0"/>
                    <a:pt x="22459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183" r="0" b="-183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4531838" y="134159"/>
            <a:ext cx="9598208" cy="125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2"/>
              </a:lnSpc>
            </a:pPr>
            <a:r>
              <a:rPr lang="en-US" b="true" sz="650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USER LOGIN SECTION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478834" y="-39068"/>
            <a:ext cx="474018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738967" y="6684607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801520" y="498581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701893" y="1558922"/>
            <a:ext cx="15950905" cy="7514477"/>
            <a:chOff x="0" y="0"/>
            <a:chExt cx="2471213" cy="116418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71213" cy="1164189"/>
            </a:xfrm>
            <a:custGeom>
              <a:avLst/>
              <a:gdLst/>
              <a:ahLst/>
              <a:cxnLst/>
              <a:rect r="r" b="b" t="t" l="l"/>
              <a:pathLst>
                <a:path h="1164189" w="2471213">
                  <a:moveTo>
                    <a:pt x="11163" y="0"/>
                  </a:moveTo>
                  <a:lnTo>
                    <a:pt x="2460049" y="0"/>
                  </a:lnTo>
                  <a:cubicBezTo>
                    <a:pt x="2463010" y="0"/>
                    <a:pt x="2465849" y="1176"/>
                    <a:pt x="2467943" y="3270"/>
                  </a:cubicBezTo>
                  <a:cubicBezTo>
                    <a:pt x="2470037" y="5363"/>
                    <a:pt x="2471213" y="8203"/>
                    <a:pt x="2471213" y="11163"/>
                  </a:cubicBezTo>
                  <a:lnTo>
                    <a:pt x="2471213" y="1153026"/>
                  </a:lnTo>
                  <a:cubicBezTo>
                    <a:pt x="2471213" y="1159191"/>
                    <a:pt x="2466215" y="1164189"/>
                    <a:pt x="2460049" y="1164189"/>
                  </a:cubicBezTo>
                  <a:lnTo>
                    <a:pt x="11163" y="1164189"/>
                  </a:lnTo>
                  <a:cubicBezTo>
                    <a:pt x="8203" y="1164189"/>
                    <a:pt x="5363" y="1163013"/>
                    <a:pt x="3270" y="1160919"/>
                  </a:cubicBezTo>
                  <a:cubicBezTo>
                    <a:pt x="1176" y="1158826"/>
                    <a:pt x="0" y="1155987"/>
                    <a:pt x="0" y="1153026"/>
                  </a:cubicBezTo>
                  <a:lnTo>
                    <a:pt x="0" y="11163"/>
                  </a:lnTo>
                  <a:cubicBezTo>
                    <a:pt x="0" y="8203"/>
                    <a:pt x="1176" y="5363"/>
                    <a:pt x="3270" y="3270"/>
                  </a:cubicBezTo>
                  <a:cubicBezTo>
                    <a:pt x="5363" y="1176"/>
                    <a:pt x="8203" y="0"/>
                    <a:pt x="11163" y="0"/>
                  </a:cubicBezTo>
                  <a:close/>
                </a:path>
              </a:pathLst>
            </a:custGeom>
            <a:blipFill>
              <a:blip r:embed="rId2"/>
              <a:stretch>
                <a:fillRect l="-804" t="0" r="-804" b="0"/>
              </a:stretch>
            </a:blipFill>
            <a:ln w="57150" cap="rnd">
              <a:solidFill>
                <a:srgbClr val="088247"/>
              </a:solidFill>
              <a:prstDash val="solid"/>
              <a:round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4804389" y="212728"/>
            <a:ext cx="8679222" cy="1346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HOME PAGE </a:t>
            </a:r>
            <a:r>
              <a:rPr lang="en-US" b="true" sz="7000">
                <a:solidFill>
                  <a:srgbClr val="E7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86648" y="-39068"/>
            <a:ext cx="458391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738967" y="6596255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736266" y="746354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804389" y="212728"/>
            <a:ext cx="8679222" cy="1346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0"/>
              </a:lnSpc>
            </a:pPr>
            <a:r>
              <a:rPr lang="en-US" b="true" sz="70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ABOUT</a:t>
            </a:r>
            <a:r>
              <a:rPr lang="en-US" b="true" sz="7000">
                <a:solidFill>
                  <a:srgbClr val="E7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657531" y="1558922"/>
            <a:ext cx="13624937" cy="8034891"/>
            <a:chOff x="0" y="0"/>
            <a:chExt cx="2471213" cy="14573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71213" cy="1457322"/>
            </a:xfrm>
            <a:custGeom>
              <a:avLst/>
              <a:gdLst/>
              <a:ahLst/>
              <a:cxnLst/>
              <a:rect r="r" b="b" t="t" l="l"/>
              <a:pathLst>
                <a:path h="1457322" w="2471213">
                  <a:moveTo>
                    <a:pt x="13069" y="0"/>
                  </a:moveTo>
                  <a:lnTo>
                    <a:pt x="2458144" y="0"/>
                  </a:lnTo>
                  <a:cubicBezTo>
                    <a:pt x="2465362" y="0"/>
                    <a:pt x="2471213" y="5851"/>
                    <a:pt x="2471213" y="13069"/>
                  </a:cubicBezTo>
                  <a:lnTo>
                    <a:pt x="2471213" y="1444253"/>
                  </a:lnTo>
                  <a:cubicBezTo>
                    <a:pt x="2471213" y="1451471"/>
                    <a:pt x="2465362" y="1457322"/>
                    <a:pt x="2458144" y="1457322"/>
                  </a:cubicBezTo>
                  <a:lnTo>
                    <a:pt x="13069" y="1457322"/>
                  </a:lnTo>
                  <a:cubicBezTo>
                    <a:pt x="5851" y="1457322"/>
                    <a:pt x="0" y="1451471"/>
                    <a:pt x="0" y="1444253"/>
                  </a:cubicBezTo>
                  <a:lnTo>
                    <a:pt x="0" y="13069"/>
                  </a:lnTo>
                  <a:cubicBezTo>
                    <a:pt x="0" y="5851"/>
                    <a:pt x="5851" y="0"/>
                    <a:pt x="13069" y="0"/>
                  </a:cubicBezTo>
                  <a:close/>
                </a:path>
              </a:pathLst>
            </a:custGeom>
            <a:blipFill>
              <a:blip r:embed="rId2"/>
              <a:stretch>
                <a:fillRect l="-364" t="0" r="-364" b="0"/>
              </a:stretch>
            </a:blipFill>
            <a:ln w="571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7468788" y="-39068"/>
            <a:ext cx="494109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1085850" y="6858049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1148402" y="498581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6195814" y="83217"/>
            <a:ext cx="7316468" cy="125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DOCTORS SECTION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657531" y="1558922"/>
            <a:ext cx="14393034" cy="8034891"/>
            <a:chOff x="0" y="0"/>
            <a:chExt cx="2610526" cy="145732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610526" cy="1457322"/>
            </a:xfrm>
            <a:custGeom>
              <a:avLst/>
              <a:gdLst/>
              <a:ahLst/>
              <a:cxnLst/>
              <a:rect r="r" b="b" t="t" l="l"/>
              <a:pathLst>
                <a:path h="1457322" w="2610526">
                  <a:moveTo>
                    <a:pt x="12372" y="0"/>
                  </a:moveTo>
                  <a:lnTo>
                    <a:pt x="2598154" y="0"/>
                  </a:lnTo>
                  <a:cubicBezTo>
                    <a:pt x="2601435" y="0"/>
                    <a:pt x="2604582" y="1303"/>
                    <a:pt x="2606902" y="3624"/>
                  </a:cubicBezTo>
                  <a:cubicBezTo>
                    <a:pt x="2609222" y="5944"/>
                    <a:pt x="2610526" y="9090"/>
                    <a:pt x="2610526" y="12372"/>
                  </a:cubicBezTo>
                  <a:lnTo>
                    <a:pt x="2610526" y="1444951"/>
                  </a:lnTo>
                  <a:cubicBezTo>
                    <a:pt x="2610526" y="1448232"/>
                    <a:pt x="2609222" y="1451379"/>
                    <a:pt x="2606902" y="1453699"/>
                  </a:cubicBezTo>
                  <a:cubicBezTo>
                    <a:pt x="2604582" y="1456019"/>
                    <a:pt x="2601435" y="1457322"/>
                    <a:pt x="2598154" y="1457322"/>
                  </a:cubicBezTo>
                  <a:lnTo>
                    <a:pt x="12372" y="1457322"/>
                  </a:lnTo>
                  <a:cubicBezTo>
                    <a:pt x="9090" y="1457322"/>
                    <a:pt x="5944" y="1456019"/>
                    <a:pt x="3624" y="1453699"/>
                  </a:cubicBezTo>
                  <a:cubicBezTo>
                    <a:pt x="1303" y="1451379"/>
                    <a:pt x="0" y="1448232"/>
                    <a:pt x="0" y="1444951"/>
                  </a:cubicBezTo>
                  <a:lnTo>
                    <a:pt x="0" y="12372"/>
                  </a:lnTo>
                  <a:cubicBezTo>
                    <a:pt x="0" y="9090"/>
                    <a:pt x="1303" y="5944"/>
                    <a:pt x="3624" y="3624"/>
                  </a:cubicBezTo>
                  <a:cubicBezTo>
                    <a:pt x="5944" y="1303"/>
                    <a:pt x="9090" y="0"/>
                    <a:pt x="12372" y="0"/>
                  </a:cubicBezTo>
                  <a:close/>
                </a:path>
              </a:pathLst>
            </a:custGeom>
            <a:blipFill>
              <a:blip r:embed="rId2"/>
              <a:stretch>
                <a:fillRect l="-1689" t="0" r="-1689" b="0"/>
              </a:stretch>
            </a:blipFill>
            <a:ln w="571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7" id="7"/>
          <p:cNvSpPr txBox="true"/>
          <p:nvPr/>
        </p:nvSpPr>
        <p:spPr>
          <a:xfrm rot="0">
            <a:off x="17522887" y="-39068"/>
            <a:ext cx="385911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440421" y="6610275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502973" y="498478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5096118" y="853985"/>
            <a:ext cx="11693756" cy="8579031"/>
            <a:chOff x="0" y="0"/>
            <a:chExt cx="5939669" cy="43575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939669" cy="4357591"/>
            </a:xfrm>
            <a:custGeom>
              <a:avLst/>
              <a:gdLst/>
              <a:ahLst/>
              <a:cxnLst/>
              <a:rect r="r" b="b" t="t" l="l"/>
              <a:pathLst>
                <a:path h="4357591" w="5939669">
                  <a:moveTo>
                    <a:pt x="15227" y="0"/>
                  </a:moveTo>
                  <a:lnTo>
                    <a:pt x="5924442" y="0"/>
                  </a:lnTo>
                  <a:cubicBezTo>
                    <a:pt x="5932852" y="0"/>
                    <a:pt x="5939669" y="6817"/>
                    <a:pt x="5939669" y="15227"/>
                  </a:cubicBezTo>
                  <a:lnTo>
                    <a:pt x="5939669" y="4342364"/>
                  </a:lnTo>
                  <a:cubicBezTo>
                    <a:pt x="5939669" y="4350774"/>
                    <a:pt x="5932852" y="4357591"/>
                    <a:pt x="5924442" y="4357591"/>
                  </a:cubicBezTo>
                  <a:lnTo>
                    <a:pt x="15227" y="4357591"/>
                  </a:lnTo>
                  <a:cubicBezTo>
                    <a:pt x="6817" y="4357591"/>
                    <a:pt x="0" y="4350774"/>
                    <a:pt x="0" y="4342364"/>
                  </a:cubicBezTo>
                  <a:lnTo>
                    <a:pt x="0" y="15227"/>
                  </a:lnTo>
                  <a:cubicBezTo>
                    <a:pt x="0" y="6817"/>
                    <a:pt x="6817" y="0"/>
                    <a:pt x="15227" y="0"/>
                  </a:cubicBezTo>
                  <a:close/>
                </a:path>
              </a:pathLst>
            </a:custGeom>
            <a:blipFill>
              <a:blip r:embed="rId2"/>
              <a:stretch>
                <a:fillRect l="-2985" t="0" r="-2985" b="0"/>
              </a:stretch>
            </a:blipFill>
            <a:ln w="57150" cap="rnd">
              <a:solidFill>
                <a:srgbClr val="355C97"/>
              </a:solidFill>
              <a:prstDash val="solid"/>
              <a:round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1043277" y="1089290"/>
            <a:ext cx="3575090" cy="2406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DOCTORS PROFILES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482555" y="-39068"/>
            <a:ext cx="466576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966148" y="6260741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963446" y="622468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237750" y="1570777"/>
            <a:ext cx="4148255" cy="7870064"/>
            <a:chOff x="0" y="0"/>
            <a:chExt cx="855049" cy="162219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55049" cy="1622198"/>
            </a:xfrm>
            <a:custGeom>
              <a:avLst/>
              <a:gdLst/>
              <a:ahLst/>
              <a:cxnLst/>
              <a:rect r="r" b="b" t="t" l="l"/>
              <a:pathLst>
                <a:path h="1622198" w="855049">
                  <a:moveTo>
                    <a:pt x="42925" y="0"/>
                  </a:moveTo>
                  <a:lnTo>
                    <a:pt x="812124" y="0"/>
                  </a:lnTo>
                  <a:cubicBezTo>
                    <a:pt x="835831" y="0"/>
                    <a:pt x="855049" y="19218"/>
                    <a:pt x="855049" y="42925"/>
                  </a:cubicBezTo>
                  <a:lnTo>
                    <a:pt x="855049" y="1579273"/>
                  </a:lnTo>
                  <a:cubicBezTo>
                    <a:pt x="855049" y="1602980"/>
                    <a:pt x="835831" y="1622198"/>
                    <a:pt x="812124" y="1622198"/>
                  </a:cubicBezTo>
                  <a:lnTo>
                    <a:pt x="42925" y="1622198"/>
                  </a:lnTo>
                  <a:cubicBezTo>
                    <a:pt x="19218" y="1622198"/>
                    <a:pt x="0" y="1602980"/>
                    <a:pt x="0" y="1579273"/>
                  </a:cubicBezTo>
                  <a:lnTo>
                    <a:pt x="0" y="42925"/>
                  </a:lnTo>
                  <a:cubicBezTo>
                    <a:pt x="0" y="19218"/>
                    <a:pt x="19218" y="0"/>
                    <a:pt x="4292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13" r="0" b="-313"/>
              </a:stretch>
            </a:blipFill>
            <a:ln w="571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7521094" y="1570777"/>
            <a:ext cx="7233085" cy="2585399"/>
            <a:chOff x="0" y="0"/>
            <a:chExt cx="1413821" cy="50535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13821" cy="505357"/>
            </a:xfrm>
            <a:custGeom>
              <a:avLst/>
              <a:gdLst/>
              <a:ahLst/>
              <a:cxnLst/>
              <a:rect r="r" b="b" t="t" l="l"/>
              <a:pathLst>
                <a:path h="505357" w="1413821">
                  <a:moveTo>
                    <a:pt x="24618" y="0"/>
                  </a:moveTo>
                  <a:lnTo>
                    <a:pt x="1389203" y="0"/>
                  </a:lnTo>
                  <a:cubicBezTo>
                    <a:pt x="1395732" y="0"/>
                    <a:pt x="1401993" y="2594"/>
                    <a:pt x="1406610" y="7210"/>
                  </a:cubicBezTo>
                  <a:cubicBezTo>
                    <a:pt x="1411227" y="11827"/>
                    <a:pt x="1413821" y="18089"/>
                    <a:pt x="1413821" y="24618"/>
                  </a:cubicBezTo>
                  <a:lnTo>
                    <a:pt x="1413821" y="480739"/>
                  </a:lnTo>
                  <a:cubicBezTo>
                    <a:pt x="1413821" y="487268"/>
                    <a:pt x="1411227" y="493530"/>
                    <a:pt x="1406610" y="498147"/>
                  </a:cubicBezTo>
                  <a:cubicBezTo>
                    <a:pt x="1401993" y="502763"/>
                    <a:pt x="1395732" y="505357"/>
                    <a:pt x="1389203" y="505357"/>
                  </a:cubicBezTo>
                  <a:lnTo>
                    <a:pt x="24618" y="505357"/>
                  </a:lnTo>
                  <a:cubicBezTo>
                    <a:pt x="18089" y="505357"/>
                    <a:pt x="11827" y="502763"/>
                    <a:pt x="7210" y="498147"/>
                  </a:cubicBezTo>
                  <a:cubicBezTo>
                    <a:pt x="2594" y="493530"/>
                    <a:pt x="0" y="487268"/>
                    <a:pt x="0" y="480739"/>
                  </a:cubicBezTo>
                  <a:lnTo>
                    <a:pt x="0" y="24618"/>
                  </a:lnTo>
                  <a:cubicBezTo>
                    <a:pt x="0" y="18089"/>
                    <a:pt x="2594" y="11827"/>
                    <a:pt x="7210" y="7210"/>
                  </a:cubicBezTo>
                  <a:cubicBezTo>
                    <a:pt x="11827" y="2594"/>
                    <a:pt x="18089" y="0"/>
                    <a:pt x="24618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6460" r="0" b="-646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09160" y="7419489"/>
            <a:ext cx="7261228" cy="2319193"/>
            <a:chOff x="0" y="0"/>
            <a:chExt cx="1742882" cy="5566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42882" cy="556666"/>
            </a:xfrm>
            <a:custGeom>
              <a:avLst/>
              <a:gdLst/>
              <a:ahLst/>
              <a:cxnLst/>
              <a:rect r="r" b="b" t="t" l="l"/>
              <a:pathLst>
                <a:path h="556666" w="1742882">
                  <a:moveTo>
                    <a:pt x="24523" y="0"/>
                  </a:moveTo>
                  <a:lnTo>
                    <a:pt x="1718360" y="0"/>
                  </a:lnTo>
                  <a:cubicBezTo>
                    <a:pt x="1731903" y="0"/>
                    <a:pt x="1742882" y="10979"/>
                    <a:pt x="1742882" y="24523"/>
                  </a:cubicBezTo>
                  <a:lnTo>
                    <a:pt x="1742882" y="532144"/>
                  </a:lnTo>
                  <a:cubicBezTo>
                    <a:pt x="1742882" y="538647"/>
                    <a:pt x="1740299" y="544885"/>
                    <a:pt x="1735700" y="549484"/>
                  </a:cubicBezTo>
                  <a:cubicBezTo>
                    <a:pt x="1731101" y="554083"/>
                    <a:pt x="1724864" y="556666"/>
                    <a:pt x="1718360" y="556666"/>
                  </a:cubicBezTo>
                  <a:lnTo>
                    <a:pt x="24523" y="556666"/>
                  </a:lnTo>
                  <a:cubicBezTo>
                    <a:pt x="10979" y="556666"/>
                    <a:pt x="0" y="545687"/>
                    <a:pt x="0" y="532144"/>
                  </a:cubicBezTo>
                  <a:lnTo>
                    <a:pt x="0" y="24523"/>
                  </a:lnTo>
                  <a:cubicBezTo>
                    <a:pt x="0" y="10979"/>
                    <a:pt x="10979" y="0"/>
                    <a:pt x="24523" y="0"/>
                  </a:cubicBezTo>
                  <a:close/>
                </a:path>
              </a:pathLst>
            </a:custGeom>
            <a:blipFill>
              <a:blip r:embed="rId4"/>
              <a:stretch>
                <a:fillRect l="-17938" t="0" r="-17938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21094" y="4438144"/>
            <a:ext cx="7256953" cy="2699378"/>
            <a:chOff x="0" y="0"/>
            <a:chExt cx="2129821" cy="79223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29821" cy="792232"/>
            </a:xfrm>
            <a:custGeom>
              <a:avLst/>
              <a:gdLst/>
              <a:ahLst/>
              <a:cxnLst/>
              <a:rect r="r" b="b" t="t" l="l"/>
              <a:pathLst>
                <a:path h="792232" w="2129821">
                  <a:moveTo>
                    <a:pt x="24537" y="0"/>
                  </a:moveTo>
                  <a:lnTo>
                    <a:pt x="2105284" y="0"/>
                  </a:lnTo>
                  <a:cubicBezTo>
                    <a:pt x="2118836" y="0"/>
                    <a:pt x="2129821" y="10986"/>
                    <a:pt x="2129821" y="24537"/>
                  </a:cubicBezTo>
                  <a:lnTo>
                    <a:pt x="2129821" y="767695"/>
                  </a:lnTo>
                  <a:cubicBezTo>
                    <a:pt x="2129821" y="781247"/>
                    <a:pt x="2118836" y="792232"/>
                    <a:pt x="2105284" y="792232"/>
                  </a:cubicBezTo>
                  <a:lnTo>
                    <a:pt x="24537" y="792232"/>
                  </a:lnTo>
                  <a:cubicBezTo>
                    <a:pt x="10986" y="792232"/>
                    <a:pt x="0" y="781247"/>
                    <a:pt x="0" y="767695"/>
                  </a:cubicBezTo>
                  <a:lnTo>
                    <a:pt x="0" y="24537"/>
                  </a:lnTo>
                  <a:cubicBezTo>
                    <a:pt x="0" y="10986"/>
                    <a:pt x="10986" y="0"/>
                    <a:pt x="24537" y="0"/>
                  </a:cubicBezTo>
                  <a:close/>
                </a:path>
              </a:pathLst>
            </a:custGeom>
            <a:blipFill>
              <a:blip r:embed="rId5"/>
              <a:stretch>
                <a:fillRect l="-1235" t="0" r="-1235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4531838" y="134159"/>
            <a:ext cx="9598208" cy="125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2"/>
              </a:lnSpc>
            </a:pPr>
            <a:r>
              <a:rPr lang="en-US" b="true" sz="650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BOOK AN APPOINTMENT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469904" y="-39068"/>
            <a:ext cx="491877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b="true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960745" y="6731511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1025999" y="1028803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35078" y="1545999"/>
            <a:ext cx="4780681" cy="7870064"/>
            <a:chOff x="0" y="0"/>
            <a:chExt cx="1029845" cy="16953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9845" cy="1695353"/>
            </a:xfrm>
            <a:custGeom>
              <a:avLst/>
              <a:gdLst/>
              <a:ahLst/>
              <a:cxnLst/>
              <a:rect r="r" b="b" t="t" l="l"/>
              <a:pathLst>
                <a:path h="1695353" w="1029845">
                  <a:moveTo>
                    <a:pt x="37247" y="0"/>
                  </a:moveTo>
                  <a:lnTo>
                    <a:pt x="992598" y="0"/>
                  </a:lnTo>
                  <a:cubicBezTo>
                    <a:pt x="1002476" y="0"/>
                    <a:pt x="1011950" y="3924"/>
                    <a:pt x="1018935" y="10909"/>
                  </a:cubicBezTo>
                  <a:cubicBezTo>
                    <a:pt x="1025920" y="17894"/>
                    <a:pt x="1029845" y="27368"/>
                    <a:pt x="1029845" y="37247"/>
                  </a:cubicBezTo>
                  <a:lnTo>
                    <a:pt x="1029845" y="1658107"/>
                  </a:lnTo>
                  <a:cubicBezTo>
                    <a:pt x="1029845" y="1667985"/>
                    <a:pt x="1025920" y="1677459"/>
                    <a:pt x="1018935" y="1684444"/>
                  </a:cubicBezTo>
                  <a:cubicBezTo>
                    <a:pt x="1011950" y="1691429"/>
                    <a:pt x="1002476" y="1695353"/>
                    <a:pt x="992598" y="1695353"/>
                  </a:cubicBezTo>
                  <a:lnTo>
                    <a:pt x="37247" y="1695353"/>
                  </a:lnTo>
                  <a:cubicBezTo>
                    <a:pt x="16676" y="1695353"/>
                    <a:pt x="0" y="1678677"/>
                    <a:pt x="0" y="1658107"/>
                  </a:cubicBezTo>
                  <a:lnTo>
                    <a:pt x="0" y="37247"/>
                  </a:lnTo>
                  <a:cubicBezTo>
                    <a:pt x="0" y="16676"/>
                    <a:pt x="16676" y="0"/>
                    <a:pt x="37247" y="0"/>
                  </a:cubicBezTo>
                  <a:close/>
                </a:path>
              </a:pathLst>
            </a:custGeom>
            <a:blipFill>
              <a:blip r:embed="rId2"/>
              <a:stretch>
                <a:fillRect l="-6066" t="0" r="-6066" b="0"/>
              </a:stretch>
            </a:blipFill>
            <a:ln w="57150" cap="rnd">
              <a:solidFill>
                <a:srgbClr val="000000"/>
              </a:solidFill>
              <a:prstDash val="solid"/>
              <a:round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9144000" y="1545999"/>
            <a:ext cx="6909908" cy="7870064"/>
            <a:chOff x="0" y="0"/>
            <a:chExt cx="1488518" cy="169535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8518" cy="1695353"/>
            </a:xfrm>
            <a:custGeom>
              <a:avLst/>
              <a:gdLst/>
              <a:ahLst/>
              <a:cxnLst/>
              <a:rect r="r" b="b" t="t" l="l"/>
              <a:pathLst>
                <a:path h="1695353" w="1488518">
                  <a:moveTo>
                    <a:pt x="25769" y="0"/>
                  </a:moveTo>
                  <a:lnTo>
                    <a:pt x="1462749" y="0"/>
                  </a:lnTo>
                  <a:cubicBezTo>
                    <a:pt x="1469583" y="0"/>
                    <a:pt x="1476138" y="2715"/>
                    <a:pt x="1480971" y="7548"/>
                  </a:cubicBezTo>
                  <a:cubicBezTo>
                    <a:pt x="1485803" y="12380"/>
                    <a:pt x="1488518" y="18935"/>
                    <a:pt x="1488518" y="25769"/>
                  </a:cubicBezTo>
                  <a:lnTo>
                    <a:pt x="1488518" y="1669584"/>
                  </a:lnTo>
                  <a:cubicBezTo>
                    <a:pt x="1488518" y="1676418"/>
                    <a:pt x="1485803" y="1682973"/>
                    <a:pt x="1480971" y="1687806"/>
                  </a:cubicBezTo>
                  <a:cubicBezTo>
                    <a:pt x="1476138" y="1692638"/>
                    <a:pt x="1469583" y="1695353"/>
                    <a:pt x="1462749" y="1695353"/>
                  </a:cubicBezTo>
                  <a:lnTo>
                    <a:pt x="25769" y="1695353"/>
                  </a:lnTo>
                  <a:cubicBezTo>
                    <a:pt x="18935" y="1695353"/>
                    <a:pt x="12380" y="1692638"/>
                    <a:pt x="7548" y="1687806"/>
                  </a:cubicBezTo>
                  <a:cubicBezTo>
                    <a:pt x="2715" y="1682973"/>
                    <a:pt x="0" y="1676418"/>
                    <a:pt x="0" y="1669584"/>
                  </a:cubicBezTo>
                  <a:lnTo>
                    <a:pt x="0" y="25769"/>
                  </a:lnTo>
                  <a:cubicBezTo>
                    <a:pt x="0" y="18935"/>
                    <a:pt x="2715" y="12380"/>
                    <a:pt x="7548" y="7548"/>
                  </a:cubicBezTo>
                  <a:cubicBezTo>
                    <a:pt x="12380" y="2715"/>
                    <a:pt x="18935" y="0"/>
                    <a:pt x="25769" y="0"/>
                  </a:cubicBezTo>
                  <a:close/>
                </a:path>
              </a:pathLst>
            </a:custGeom>
            <a:blipFill>
              <a:blip r:embed="rId3"/>
              <a:stretch>
                <a:fillRect l="-9297" t="0" r="-9297" b="0"/>
              </a:stretch>
            </a:blipFill>
            <a:ln w="5715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4531838" y="134159"/>
            <a:ext cx="9598208" cy="1254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2"/>
              </a:lnSpc>
            </a:pPr>
            <a:r>
              <a:rPr lang="en-US" b="true" sz="6501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PAYMENT SECTION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116175" y="12"/>
            <a:ext cx="919014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 flipV="true">
            <a:off x="565526" y="5842178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H="true" flipV="true">
            <a:off x="622676" y="810991"/>
            <a:ext cx="5403" cy="2997456"/>
          </a:xfrm>
          <a:prstGeom prst="line">
            <a:avLst/>
          </a:prstGeom>
          <a:ln cap="flat" w="114300">
            <a:solidFill>
              <a:srgbClr val="E7F6F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80165" y="1932454"/>
            <a:ext cx="15327671" cy="6422093"/>
            <a:chOff x="0" y="0"/>
            <a:chExt cx="10731534" cy="449637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731534" cy="4496372"/>
            </a:xfrm>
            <a:custGeom>
              <a:avLst/>
              <a:gdLst/>
              <a:ahLst/>
              <a:cxnLst/>
              <a:rect r="r" b="b" t="t" l="l"/>
              <a:pathLst>
                <a:path h="4496372" w="10731534">
                  <a:moveTo>
                    <a:pt x="11617" y="0"/>
                  </a:moveTo>
                  <a:lnTo>
                    <a:pt x="10719917" y="0"/>
                  </a:lnTo>
                  <a:cubicBezTo>
                    <a:pt x="10722998" y="0"/>
                    <a:pt x="10725953" y="1224"/>
                    <a:pt x="10728131" y="3403"/>
                  </a:cubicBezTo>
                  <a:cubicBezTo>
                    <a:pt x="10730310" y="5581"/>
                    <a:pt x="10731534" y="8536"/>
                    <a:pt x="10731534" y="11617"/>
                  </a:cubicBezTo>
                  <a:lnTo>
                    <a:pt x="10731534" y="4484755"/>
                  </a:lnTo>
                  <a:cubicBezTo>
                    <a:pt x="10731534" y="4487836"/>
                    <a:pt x="10730310" y="4490791"/>
                    <a:pt x="10728131" y="4492970"/>
                  </a:cubicBezTo>
                  <a:cubicBezTo>
                    <a:pt x="10725953" y="4495148"/>
                    <a:pt x="10722998" y="4496372"/>
                    <a:pt x="10719917" y="4496372"/>
                  </a:cubicBezTo>
                  <a:lnTo>
                    <a:pt x="11617" y="4496372"/>
                  </a:lnTo>
                  <a:cubicBezTo>
                    <a:pt x="8536" y="4496372"/>
                    <a:pt x="5581" y="4495148"/>
                    <a:pt x="3403" y="4492970"/>
                  </a:cubicBezTo>
                  <a:cubicBezTo>
                    <a:pt x="1224" y="4490791"/>
                    <a:pt x="0" y="4487836"/>
                    <a:pt x="0" y="4484755"/>
                  </a:cubicBezTo>
                  <a:lnTo>
                    <a:pt x="0" y="11617"/>
                  </a:lnTo>
                  <a:cubicBezTo>
                    <a:pt x="0" y="8536"/>
                    <a:pt x="1224" y="5581"/>
                    <a:pt x="3403" y="3403"/>
                  </a:cubicBezTo>
                  <a:cubicBezTo>
                    <a:pt x="5581" y="1224"/>
                    <a:pt x="8536" y="0"/>
                    <a:pt x="11617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70" r="0" b="-270"/>
              </a:stretch>
            </a:blipFill>
            <a:ln w="57150" cap="rnd">
              <a:solidFill>
                <a:srgbClr val="355C97"/>
              </a:solidFill>
              <a:prstDash val="solid"/>
              <a:round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4779612" y="544291"/>
            <a:ext cx="8728776" cy="1254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100"/>
              </a:lnSpc>
            </a:pPr>
            <a:r>
              <a:rPr lang="en-US" b="true" sz="65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ADMIN SECTION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12"/>
            <a:ext cx="802928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225251" y="9315450"/>
            <a:ext cx="7105264" cy="19050"/>
          </a:xfrm>
          <a:prstGeom prst="line">
            <a:avLst/>
          </a:prstGeom>
          <a:ln cap="flat" w="1143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312927" y="503238"/>
            <a:ext cx="10929913" cy="1622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b="true" sz="8499">
                <a:solidFill>
                  <a:srgbClr val="E7F6FC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CONCLUSION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339941" y="2230573"/>
            <a:ext cx="13608118" cy="6458229"/>
            <a:chOff x="0" y="0"/>
            <a:chExt cx="3584031" cy="17009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84031" cy="1700933"/>
            </a:xfrm>
            <a:custGeom>
              <a:avLst/>
              <a:gdLst/>
              <a:ahLst/>
              <a:cxnLst/>
              <a:rect r="r" b="b" t="t" l="l"/>
              <a:pathLst>
                <a:path h="1700933" w="3584031">
                  <a:moveTo>
                    <a:pt x="29015" y="0"/>
                  </a:moveTo>
                  <a:lnTo>
                    <a:pt x="3555016" y="0"/>
                  </a:lnTo>
                  <a:cubicBezTo>
                    <a:pt x="3562712" y="0"/>
                    <a:pt x="3570092" y="3057"/>
                    <a:pt x="3575533" y="8498"/>
                  </a:cubicBezTo>
                  <a:cubicBezTo>
                    <a:pt x="3580974" y="13940"/>
                    <a:pt x="3584031" y="21320"/>
                    <a:pt x="3584031" y="29015"/>
                  </a:cubicBezTo>
                  <a:lnTo>
                    <a:pt x="3584031" y="1671918"/>
                  </a:lnTo>
                  <a:cubicBezTo>
                    <a:pt x="3584031" y="1679613"/>
                    <a:pt x="3580974" y="1686993"/>
                    <a:pt x="3575533" y="1692434"/>
                  </a:cubicBezTo>
                  <a:cubicBezTo>
                    <a:pt x="3570092" y="1697876"/>
                    <a:pt x="3562712" y="1700933"/>
                    <a:pt x="3555016" y="1700933"/>
                  </a:cubicBezTo>
                  <a:lnTo>
                    <a:pt x="29015" y="1700933"/>
                  </a:lnTo>
                  <a:cubicBezTo>
                    <a:pt x="21320" y="1700933"/>
                    <a:pt x="13940" y="1697876"/>
                    <a:pt x="8498" y="1692434"/>
                  </a:cubicBezTo>
                  <a:cubicBezTo>
                    <a:pt x="3057" y="1686993"/>
                    <a:pt x="0" y="1679613"/>
                    <a:pt x="0" y="1671918"/>
                  </a:cubicBezTo>
                  <a:lnTo>
                    <a:pt x="0" y="29015"/>
                  </a:lnTo>
                  <a:cubicBezTo>
                    <a:pt x="0" y="21320"/>
                    <a:pt x="3057" y="13940"/>
                    <a:pt x="8498" y="8498"/>
                  </a:cubicBezTo>
                  <a:cubicBezTo>
                    <a:pt x="13940" y="3057"/>
                    <a:pt x="21320" y="0"/>
                    <a:pt x="29015" y="0"/>
                  </a:cubicBezTo>
                  <a:close/>
                </a:path>
              </a:pathLst>
            </a:custGeom>
            <a:solidFill>
              <a:srgbClr val="9FC3D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76200"/>
              <a:ext cx="3584031" cy="17771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995915" y="2678614"/>
            <a:ext cx="12296169" cy="4736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164"/>
              </a:lnSpc>
            </a:pPr>
            <a:r>
              <a:rPr lang="en-US" b="true" sz="4403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City Care Hospital Software provides a complete and reliable solution for managing hospital operations efficiently. It brings together patients, doctors, and administrators on a single digital platform, ensuring better coordination and faster healthcare services.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127644" y="12"/>
            <a:ext cx="825996" cy="1028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5DE0E6">
                <a:alpha val="100000"/>
              </a:srgbClr>
            </a:gs>
            <a:gs pos="100000">
              <a:srgbClr val="004AA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591368" y="6230053"/>
            <a:ext cx="7105264" cy="19050"/>
          </a:xfrm>
          <a:prstGeom prst="line">
            <a:avLst/>
          </a:prstGeom>
          <a:ln cap="flat" w="1143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3553247" y="2641153"/>
            <a:ext cx="11627497" cy="2829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573"/>
              </a:lnSpc>
            </a:pPr>
            <a:r>
              <a:rPr lang="en-US" b="true" sz="14695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DAGXCXsOfQw</dc:identifier>
  <dcterms:modified xsi:type="dcterms:W3CDTF">2011-08-01T06:04:30Z</dcterms:modified>
  <cp:revision>1</cp:revision>
  <dc:title>Network Flows</dc:title>
</cp:coreProperties>
</file>